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0ZRzZB3efeqHo1q3tyTTe1T1+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21"/>
    <p:restoredTop sz="94715"/>
  </p:normalViewPr>
  <p:slideViewPr>
    <p:cSldViewPr snapToGrid="0">
      <p:cViewPr varScale="1">
        <p:scale>
          <a:sx n="84" d="100"/>
          <a:sy n="84" d="100"/>
        </p:scale>
        <p:origin x="184" y="23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338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461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-powerpoint-templates-design.com/free-powerpoint-templates-desig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577950" y="1187860"/>
            <a:ext cx="7988100" cy="172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764400" y="1539910"/>
            <a:ext cx="76152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ko-KR" altLang="en-US" sz="3000" b="1" dirty="0"/>
              <a:t>오픈소스</a:t>
            </a:r>
            <a:r>
              <a:rPr lang="en-US" altLang="ko-KR" sz="3000" b="1" dirty="0"/>
              <a:t>SW</a:t>
            </a:r>
            <a:r>
              <a:rPr lang="ko-KR" altLang="en-US" sz="3000" b="1" dirty="0"/>
              <a:t>개론</a:t>
            </a:r>
            <a:br>
              <a:rPr lang="en-US" altLang="ko-KR" sz="3000" b="1" dirty="0"/>
            </a:br>
            <a:r>
              <a:rPr lang="en-US" altLang="ko-KR" sz="3000" b="1" dirty="0"/>
              <a:t>- Git diff</a:t>
            </a:r>
            <a:r>
              <a:rPr lang="ko-KR" altLang="en-US" sz="3000" b="1" dirty="0"/>
              <a:t> 사용해보기 </a:t>
            </a:r>
            <a:r>
              <a:rPr lang="en-US" altLang="ko-KR" sz="3000" b="1" dirty="0"/>
              <a:t>- </a:t>
            </a:r>
            <a:endParaRPr sz="3000" b="1" dirty="0"/>
          </a:p>
        </p:txBody>
      </p:sp>
      <p:sp>
        <p:nvSpPr>
          <p:cNvPr id="56" name="Google Shape;56;p1"/>
          <p:cNvSpPr/>
          <p:nvPr/>
        </p:nvSpPr>
        <p:spPr>
          <a:xfrm>
            <a:off x="742980" y="985985"/>
            <a:ext cx="3147000" cy="4086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20030" y="985984"/>
            <a:ext cx="2592900" cy="408600"/>
          </a:xfrm>
          <a:prstGeom prst="rect">
            <a:avLst/>
          </a:prstGeom>
          <a:noFill/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ko-KR" altLang="en-US" sz="15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실습 결과 제출</a:t>
            </a:r>
            <a:endParaRPr sz="15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>
            <a:spLocks noGrp="1"/>
          </p:cNvSpPr>
          <p:nvPr>
            <p:ph type="subTitle" idx="1"/>
          </p:nvPr>
        </p:nvSpPr>
        <p:spPr>
          <a:xfrm>
            <a:off x="2655450" y="3168182"/>
            <a:ext cx="38331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200" dirty="0">
                <a:solidFill>
                  <a:schemeClr val="dk1"/>
                </a:solidFill>
              </a:rPr>
              <a:t>202</a:t>
            </a:r>
            <a:r>
              <a:rPr lang="en-US" altLang="ko-KR" sz="1200" dirty="0">
                <a:solidFill>
                  <a:schemeClr val="dk1"/>
                </a:solidFill>
              </a:rPr>
              <a:t>6</a:t>
            </a:r>
            <a:r>
              <a:rPr lang="en-US" sz="1200" dirty="0">
                <a:solidFill>
                  <a:schemeClr val="dk1"/>
                </a:solidFill>
              </a:rPr>
              <a:t>. 0</a:t>
            </a:r>
            <a:r>
              <a:rPr lang="en-US" altLang="ko-KR" sz="1200" dirty="0">
                <a:solidFill>
                  <a:schemeClr val="dk1"/>
                </a:solidFill>
              </a:rPr>
              <a:t>4</a:t>
            </a:r>
            <a:r>
              <a:rPr lang="en-US" sz="1200" dirty="0">
                <a:solidFill>
                  <a:schemeClr val="dk1"/>
                </a:solidFill>
              </a:rPr>
              <a:t>. </a:t>
            </a:r>
            <a:r>
              <a:rPr lang="en-US" altLang="ko-KR" sz="1200" dirty="0">
                <a:solidFill>
                  <a:schemeClr val="dk1"/>
                </a:solidFill>
              </a:rPr>
              <a:t>13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59" name="Google Shape;59;p1"/>
          <p:cNvSpPr txBox="1">
            <a:spLocks noGrp="1"/>
          </p:cNvSpPr>
          <p:nvPr>
            <p:ph type="subTitle" idx="1"/>
          </p:nvPr>
        </p:nvSpPr>
        <p:spPr>
          <a:xfrm>
            <a:off x="1785300" y="3443489"/>
            <a:ext cx="55734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200" b="1" dirty="0">
                <a:solidFill>
                  <a:schemeClr val="tx1"/>
                </a:solidFill>
              </a:rPr>
              <a:t>202</a:t>
            </a:r>
            <a:r>
              <a:rPr lang="en-US" altLang="ko-KR" sz="1200" b="1" dirty="0">
                <a:solidFill>
                  <a:schemeClr val="tx1"/>
                </a:solidFill>
              </a:rPr>
              <a:t>53288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AI</a:t>
            </a:r>
            <a:r>
              <a:rPr lang="en-US" altLang="ko-KR" sz="1200" b="1" dirty="0">
                <a:solidFill>
                  <a:schemeClr val="tx1"/>
                </a:solidFill>
              </a:rPr>
              <a:t>·</a:t>
            </a:r>
            <a:r>
              <a:rPr lang="en-US" sz="1200" b="1" dirty="0">
                <a:solidFill>
                  <a:schemeClr val="tx1"/>
                </a:solidFill>
              </a:rPr>
              <a:t>SW</a:t>
            </a:r>
            <a:r>
              <a:rPr lang="ko-KR" altLang="en-US" sz="1200" b="1" dirty="0">
                <a:solidFill>
                  <a:schemeClr val="tx1"/>
                </a:solidFill>
              </a:rPr>
              <a:t>학부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en-US" sz="1200" b="1" dirty="0" err="1">
                <a:solidFill>
                  <a:schemeClr val="tx1"/>
                </a:solidFill>
              </a:rPr>
              <a:t>인공지능공학</a:t>
            </a:r>
            <a:r>
              <a:rPr lang="ko-KR" altLang="en-US" sz="1200" b="1" dirty="0">
                <a:solidFill>
                  <a:schemeClr val="tx1"/>
                </a:solidFill>
              </a:rPr>
              <a:t>전공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sz="12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0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김태영</a:t>
            </a:r>
            <a:endParaRPr sz="1400" b="1" dirty="0">
              <a:solidFill>
                <a:schemeClr val="tx1"/>
              </a:solidFill>
            </a:endParaRPr>
          </a:p>
        </p:txBody>
      </p:sp>
      <p:sp>
        <p:nvSpPr>
          <p:cNvPr id="60" name="Google Shape;60;p1">
            <a:hlinkClick r:id="rId3"/>
          </p:cNvPr>
          <p:cNvSpPr txBox="1"/>
          <p:nvPr/>
        </p:nvSpPr>
        <p:spPr>
          <a:xfrm>
            <a:off x="2141984" y="4911575"/>
            <a:ext cx="48600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Chosun University, College of IT Convergence Engineering</a:t>
            </a:r>
            <a:endParaRPr sz="8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8655" y="65946"/>
            <a:ext cx="1076698" cy="2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/>
          <p:nvPr/>
        </p:nvSpPr>
        <p:spPr>
          <a:xfrm>
            <a:off x="3551970" y="804651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🎓️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>
            <a:spLocks noGrp="1"/>
          </p:cNvSpPr>
          <p:nvPr>
            <p:ph type="subTitle" idx="4294967295"/>
          </p:nvPr>
        </p:nvSpPr>
        <p:spPr>
          <a:xfrm>
            <a:off x="4153973" y="4859619"/>
            <a:ext cx="632771" cy="28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- 02/</a:t>
            </a:r>
            <a:r>
              <a:rPr lang="en-US" altLang="ko-KR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r>
              <a:rPr lang="en-US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1274152" y="841543"/>
            <a:ext cx="6900300" cy="357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altLang="ko-KR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깃</a:t>
            </a:r>
            <a:r>
              <a:rPr lang="en-US" altLang="ko-KR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설치 및 세팅 결과</a:t>
            </a:r>
            <a:r>
              <a:rPr lang="en-US" altLang="ko-KR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제출시 문구 삭제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>
              <a:lnSpc>
                <a:spcPct val="250000"/>
              </a:lnSpc>
              <a:buSzPts val="1800"/>
              <a:buFont typeface="Arial"/>
              <a:buAutoNum type="arabicPeriod"/>
            </a:pPr>
            <a:r>
              <a:rPr lang="en-US" altLang="ko-KR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1800" b="1" i="0" u="none" strike="noStrike" cap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소스트리</a:t>
            </a:r>
            <a:r>
              <a:rPr lang="ko-KR" altLang="en-US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설치</a:t>
            </a:r>
            <a:r>
              <a:rPr lang="en-US" altLang="ko-KR" sz="1800" b="1" dirty="0">
                <a:solidFill>
                  <a:srgbClr val="FF0000"/>
                </a:solidFill>
              </a:rPr>
              <a:t>, </a:t>
            </a:r>
            <a:r>
              <a:rPr lang="ko-KR" altLang="en-US" sz="1800" b="1" dirty="0">
                <a:solidFill>
                  <a:srgbClr val="FF0000"/>
                </a:solidFill>
              </a:rPr>
              <a:t>제출시 문구 삭제</a:t>
            </a:r>
            <a:endParaRPr lang="en-US" altLang="ko-KR" sz="1800" b="1" i="0" u="none" strike="noStrike" cap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>
              <a:lnSpc>
                <a:spcPct val="250000"/>
              </a:lnSpc>
              <a:buSzPts val="1800"/>
              <a:buFont typeface="Arial"/>
              <a:buAutoNum type="arabicPeriod"/>
            </a:pPr>
            <a:r>
              <a:rPr lang="en-US" altLang="ko-KR" sz="1800" b="1" dirty="0">
                <a:solidFill>
                  <a:srgbClr val="0000FF"/>
                </a:solidFill>
              </a:rPr>
              <a:t>(</a:t>
            </a:r>
            <a:r>
              <a:rPr lang="ko-KR" altLang="en-US" sz="1800" b="1" dirty="0">
                <a:solidFill>
                  <a:srgbClr val="0000FF"/>
                </a:solidFill>
              </a:rPr>
              <a:t>예시</a:t>
            </a:r>
            <a:r>
              <a:rPr lang="en-US" altLang="ko-KR" sz="1800" b="1" dirty="0">
                <a:solidFill>
                  <a:srgbClr val="0000FF"/>
                </a:solidFill>
              </a:rPr>
              <a:t>) </a:t>
            </a:r>
            <a:r>
              <a:rPr lang="ko-KR" altLang="en-US" sz="1800" b="1" dirty="0">
                <a:solidFill>
                  <a:srgbClr val="0000FF"/>
                </a:solidFill>
              </a:rPr>
              <a:t>기본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ko-KR" altLang="en-US" sz="1800" b="1" dirty="0">
                <a:solidFill>
                  <a:srgbClr val="0000FF"/>
                </a:solidFill>
              </a:rPr>
              <a:t>명령어 결과</a:t>
            </a:r>
            <a:r>
              <a:rPr lang="en-US" altLang="ko-KR" sz="1800" b="1" dirty="0">
                <a:solidFill>
                  <a:srgbClr val="FF0000"/>
                </a:solidFill>
              </a:rPr>
              <a:t>, </a:t>
            </a:r>
            <a:r>
              <a:rPr lang="ko-KR" altLang="en-US" sz="1800" b="1" dirty="0">
                <a:solidFill>
                  <a:srgbClr val="FF0000"/>
                </a:solidFill>
              </a:rPr>
              <a:t>제출시 문구 삭제</a:t>
            </a:r>
            <a:r>
              <a:rPr lang="ko-KR" altLang="en-US" sz="1800" b="1" dirty="0">
                <a:solidFill>
                  <a:srgbClr val="0000FF"/>
                </a:solidFill>
              </a:rPr>
              <a:t> </a:t>
            </a:r>
            <a:endParaRPr sz="1800" b="1" i="0" u="none" strike="noStrike" cap="none" dirty="0">
              <a:solidFill>
                <a:srgbClr val="0000FF"/>
              </a:solidFill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201075" y="157806"/>
            <a:ext cx="613800" cy="6351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2"/>
          <p:cNvCxnSpPr>
            <a:stCxn id="69" idx="3"/>
          </p:cNvCxnSpPr>
          <p:nvPr/>
        </p:nvCxnSpPr>
        <p:spPr>
          <a:xfrm>
            <a:off x="814875" y="475356"/>
            <a:ext cx="6678300" cy="1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2"/>
          <p:cNvSpPr txBox="1"/>
          <p:nvPr/>
        </p:nvSpPr>
        <p:spPr>
          <a:xfrm>
            <a:off x="211675" y="157806"/>
            <a:ext cx="6138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2800954" y="41123"/>
            <a:ext cx="322915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8655" y="65946"/>
            <a:ext cx="1076698" cy="2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507975" y="-33202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201075" y="157806"/>
            <a:ext cx="613800" cy="6351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3"/>
          <p:cNvCxnSpPr>
            <a:stCxn id="79" idx="3"/>
          </p:cNvCxnSpPr>
          <p:nvPr/>
        </p:nvCxnSpPr>
        <p:spPr>
          <a:xfrm>
            <a:off x="814875" y="475356"/>
            <a:ext cx="774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3"/>
          <p:cNvSpPr txBox="1"/>
          <p:nvPr/>
        </p:nvSpPr>
        <p:spPr>
          <a:xfrm>
            <a:off x="211675" y="157806"/>
            <a:ext cx="6138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854759" y="65835"/>
            <a:ext cx="65829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825475" y="792906"/>
            <a:ext cx="5838561" cy="18786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3"/>
          <p:cNvSpPr txBox="1"/>
          <p:nvPr/>
        </p:nvSpPr>
        <p:spPr>
          <a:xfrm>
            <a:off x="1184767" y="466696"/>
            <a:ext cx="592288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</a:rPr>
              <a:t>예시</a:t>
            </a:r>
            <a:r>
              <a:rPr lang="en-US" altLang="ko-KR" sz="1600" b="1" dirty="0">
                <a:solidFill>
                  <a:srgbClr val="0000FF"/>
                </a:solidFill>
              </a:rPr>
              <a:t>) </a:t>
            </a:r>
            <a:r>
              <a:rPr lang="ko-KR" altLang="en-US" sz="1600" b="1" dirty="0">
                <a:solidFill>
                  <a:srgbClr val="0000FF"/>
                </a:solidFill>
              </a:rPr>
              <a:t>깃 설치 및 세팅 결과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제출시 문구 삭제</a:t>
            </a:r>
            <a:r>
              <a:rPr lang="ko-KR" altLang="en-US" sz="1600" b="1" dirty="0">
                <a:solidFill>
                  <a:srgbClr val="0000FF"/>
                </a:solidFill>
              </a:rPr>
              <a:t> </a:t>
            </a:r>
            <a:endParaRPr sz="1600" b="1" i="0" u="none" strike="noStrike" cap="none" dirty="0">
              <a:solidFill>
                <a:srgbClr val="0000FF"/>
              </a:solidFill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4153973" y="4859619"/>
            <a:ext cx="632771" cy="28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- 03/</a:t>
            </a:r>
            <a:r>
              <a:rPr lang="en-US" altLang="ko-KR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r>
              <a:rPr lang="en-US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8655" y="65946"/>
            <a:ext cx="1076698" cy="2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507975" y="-33202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🎓️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796402" y="462895"/>
            <a:ext cx="443046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🕮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84966D-2276-46BC-B53B-7386BB3E12A8}"/>
              </a:ext>
            </a:extLst>
          </p:cNvPr>
          <p:cNvSpPr txBox="1"/>
          <p:nvPr/>
        </p:nvSpPr>
        <p:spPr>
          <a:xfrm>
            <a:off x="411791" y="1055451"/>
            <a:ext cx="5556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실습 결과 캡처 </a:t>
            </a:r>
            <a:r>
              <a:rPr lang="en-US" altLang="ko-KR" dirty="0"/>
              <a:t>(</a:t>
            </a:r>
            <a:r>
              <a:rPr lang="ko-KR" altLang="en-US" i="1" dirty="0">
                <a:solidFill>
                  <a:srgbClr val="FF0000"/>
                </a:solidFill>
              </a:rPr>
              <a:t>제출시 해당 문구 삭제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개인 계정 정보 포함 필수</a:t>
            </a:r>
            <a:r>
              <a:rPr lang="en-US" altLang="ko-KR" dirty="0"/>
              <a:t>) -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DC2D0-BF6E-4CA5-A19F-A56E589AB943}"/>
              </a:ext>
            </a:extLst>
          </p:cNvPr>
          <p:cNvSpPr txBox="1"/>
          <p:nvPr/>
        </p:nvSpPr>
        <p:spPr>
          <a:xfrm>
            <a:off x="6228243" y="1055451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결과에 대한 설명</a:t>
            </a:r>
            <a:r>
              <a:rPr lang="en-US" altLang="ko-KR" dirty="0"/>
              <a:t> -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17307-8C1D-433B-AA99-571BFF533514}"/>
              </a:ext>
            </a:extLst>
          </p:cNvPr>
          <p:cNvSpPr txBox="1"/>
          <p:nvPr/>
        </p:nvSpPr>
        <p:spPr>
          <a:xfrm>
            <a:off x="5249975" y="3577280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결론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201075" y="157806"/>
            <a:ext cx="613800" cy="6351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3"/>
          <p:cNvCxnSpPr>
            <a:stCxn id="79" idx="3"/>
          </p:cNvCxnSpPr>
          <p:nvPr/>
        </p:nvCxnSpPr>
        <p:spPr>
          <a:xfrm>
            <a:off x="814875" y="475356"/>
            <a:ext cx="774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3"/>
          <p:cNvSpPr txBox="1"/>
          <p:nvPr/>
        </p:nvSpPr>
        <p:spPr>
          <a:xfrm>
            <a:off x="211675" y="157806"/>
            <a:ext cx="6138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854759" y="65835"/>
            <a:ext cx="65829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825475" y="792906"/>
            <a:ext cx="5838561" cy="18786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3"/>
          <p:cNvSpPr txBox="1"/>
          <p:nvPr/>
        </p:nvSpPr>
        <p:spPr>
          <a:xfrm>
            <a:off x="1184767" y="466696"/>
            <a:ext cx="592288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</a:rPr>
              <a:t>예시</a:t>
            </a:r>
            <a:r>
              <a:rPr lang="en-US" altLang="ko-KR" sz="1600" b="1" dirty="0">
                <a:solidFill>
                  <a:srgbClr val="0000FF"/>
                </a:solidFill>
              </a:rPr>
              <a:t>) </a:t>
            </a:r>
            <a:r>
              <a:rPr lang="ko-KR" altLang="en-US" sz="1600" b="1" dirty="0" err="1">
                <a:solidFill>
                  <a:srgbClr val="0000FF"/>
                </a:solidFill>
              </a:rPr>
              <a:t>소스트리</a:t>
            </a:r>
            <a:r>
              <a:rPr lang="ko-KR" altLang="en-US" sz="1600" b="1" dirty="0">
                <a:solidFill>
                  <a:srgbClr val="0000FF"/>
                </a:solidFill>
              </a:rPr>
              <a:t> 설치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제출시 문구 삭제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4153973" y="4859619"/>
            <a:ext cx="632771" cy="28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- 04/?? -</a:t>
            </a:r>
            <a:endParaRPr sz="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8655" y="65946"/>
            <a:ext cx="1076698" cy="2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507975" y="-33202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🎓️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796402" y="462895"/>
            <a:ext cx="443046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🕮</a:t>
            </a: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4D9634-1DA7-4319-A2E1-68C94722CB28}"/>
              </a:ext>
            </a:extLst>
          </p:cNvPr>
          <p:cNvSpPr txBox="1"/>
          <p:nvPr/>
        </p:nvSpPr>
        <p:spPr>
          <a:xfrm>
            <a:off x="411791" y="1055451"/>
            <a:ext cx="5606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실습 결과 캡처 </a:t>
            </a:r>
            <a:r>
              <a:rPr lang="en-US" altLang="ko-KR" dirty="0"/>
              <a:t>(</a:t>
            </a:r>
            <a:r>
              <a:rPr lang="ko-KR" altLang="en-US" i="1" dirty="0">
                <a:solidFill>
                  <a:srgbClr val="FF0000"/>
                </a:solidFill>
              </a:rPr>
              <a:t>제출시 해당 문구 삭제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개인 계정 정보 포함 필수</a:t>
            </a:r>
            <a:r>
              <a:rPr lang="en-US" altLang="ko-KR" dirty="0"/>
              <a:t>) -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907A97-E2F3-40EA-A916-EA79B91AFFA2}"/>
              </a:ext>
            </a:extLst>
          </p:cNvPr>
          <p:cNvSpPr txBox="1"/>
          <p:nvPr/>
        </p:nvSpPr>
        <p:spPr>
          <a:xfrm>
            <a:off x="6228243" y="1055451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결과에 대한 설명</a:t>
            </a:r>
            <a:r>
              <a:rPr lang="en-US" altLang="ko-KR" dirty="0"/>
              <a:t> -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056EF4-3CE1-4AE5-A7F2-4509987B2B11}"/>
              </a:ext>
            </a:extLst>
          </p:cNvPr>
          <p:cNvSpPr txBox="1"/>
          <p:nvPr/>
        </p:nvSpPr>
        <p:spPr>
          <a:xfrm>
            <a:off x="5249975" y="3577280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결론 </a:t>
            </a:r>
          </a:p>
        </p:txBody>
      </p:sp>
    </p:spTree>
    <p:extLst>
      <p:ext uri="{BB962C8B-B14F-4D97-AF65-F5344CB8AC3E}">
        <p14:creationId xmlns:p14="http://schemas.microsoft.com/office/powerpoint/2010/main" val="60711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201075" y="157806"/>
            <a:ext cx="613800" cy="6351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3"/>
          <p:cNvCxnSpPr>
            <a:stCxn id="79" idx="3"/>
          </p:cNvCxnSpPr>
          <p:nvPr/>
        </p:nvCxnSpPr>
        <p:spPr>
          <a:xfrm>
            <a:off x="814875" y="475356"/>
            <a:ext cx="774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3"/>
          <p:cNvSpPr txBox="1"/>
          <p:nvPr/>
        </p:nvSpPr>
        <p:spPr>
          <a:xfrm>
            <a:off x="211675" y="157806"/>
            <a:ext cx="6138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854759" y="65835"/>
            <a:ext cx="65829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825475" y="792906"/>
            <a:ext cx="5838561" cy="18786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3"/>
          <p:cNvSpPr txBox="1"/>
          <p:nvPr/>
        </p:nvSpPr>
        <p:spPr>
          <a:xfrm>
            <a:off x="1184767" y="466696"/>
            <a:ext cx="592288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</a:rPr>
              <a:t>예시</a:t>
            </a:r>
            <a:r>
              <a:rPr lang="en-US" altLang="ko-KR" sz="1600" b="1" dirty="0">
                <a:solidFill>
                  <a:srgbClr val="0000FF"/>
                </a:solidFill>
              </a:rPr>
              <a:t>) </a:t>
            </a:r>
            <a:r>
              <a:rPr lang="ko-KR" altLang="en-US" sz="1600" b="1" dirty="0">
                <a:solidFill>
                  <a:srgbClr val="0000FF"/>
                </a:solidFill>
              </a:rPr>
              <a:t>기본 명령어 결과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제출시 문구 삭제</a:t>
            </a:r>
            <a:r>
              <a:rPr lang="ko-KR" altLang="en-US" sz="1600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85" name="Google Shape;85;p3"/>
          <p:cNvSpPr txBox="1"/>
          <p:nvPr/>
        </p:nvSpPr>
        <p:spPr>
          <a:xfrm>
            <a:off x="4153973" y="4859619"/>
            <a:ext cx="632771" cy="28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- 05/?? -</a:t>
            </a:r>
            <a:endParaRPr sz="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8655" y="65946"/>
            <a:ext cx="1076698" cy="2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507975" y="-33202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🎓️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796402" y="462895"/>
            <a:ext cx="443046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🕮</a:t>
            </a: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9534B8-7893-4721-BAAC-B924786C9E12}"/>
              </a:ext>
            </a:extLst>
          </p:cNvPr>
          <p:cNvSpPr txBox="1"/>
          <p:nvPr/>
        </p:nvSpPr>
        <p:spPr>
          <a:xfrm>
            <a:off x="411791" y="1055451"/>
            <a:ext cx="5606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실습 결과 캡처 </a:t>
            </a:r>
            <a:r>
              <a:rPr lang="en-US" altLang="ko-KR" dirty="0"/>
              <a:t>(</a:t>
            </a:r>
            <a:r>
              <a:rPr lang="ko-KR" altLang="en-US" i="1" dirty="0">
                <a:solidFill>
                  <a:srgbClr val="FF0000"/>
                </a:solidFill>
              </a:rPr>
              <a:t>제출시 해당 문구 삭제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개인 계정 정보 포함 필수</a:t>
            </a:r>
            <a:r>
              <a:rPr lang="en-US" altLang="ko-KR" dirty="0"/>
              <a:t>) -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174B44-11BA-4B9B-926C-6C0F2A7BED9E}"/>
              </a:ext>
            </a:extLst>
          </p:cNvPr>
          <p:cNvSpPr txBox="1"/>
          <p:nvPr/>
        </p:nvSpPr>
        <p:spPr>
          <a:xfrm>
            <a:off x="6228243" y="1055451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결과에 대한 설명</a:t>
            </a:r>
            <a:r>
              <a:rPr lang="en-US" altLang="ko-KR" dirty="0"/>
              <a:t> -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4B84B3-3A08-4B17-BE80-CC9FB2809AC3}"/>
              </a:ext>
            </a:extLst>
          </p:cNvPr>
          <p:cNvSpPr txBox="1"/>
          <p:nvPr/>
        </p:nvSpPr>
        <p:spPr>
          <a:xfrm>
            <a:off x="5249975" y="3577280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결론 </a:t>
            </a:r>
          </a:p>
        </p:txBody>
      </p:sp>
    </p:spTree>
    <p:extLst>
      <p:ext uri="{BB962C8B-B14F-4D97-AF65-F5344CB8AC3E}">
        <p14:creationId xmlns:p14="http://schemas.microsoft.com/office/powerpoint/2010/main" val="284047865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195</Words>
  <Application>Microsoft Macintosh PowerPoint</Application>
  <PresentationFormat>화면 슬라이드 쇼(16:9)</PresentationFormat>
  <Paragraphs>38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오픈소스SW개론 - Git diff 사용해보기 - 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설명 가능한 기계 학습을 사용한  멀티모달 졸음 감지 시스템</dc:title>
  <cp:lastModifiedBy>김태영</cp:lastModifiedBy>
  <cp:revision>38</cp:revision>
  <dcterms:modified xsi:type="dcterms:W3CDTF">2026-04-13T05:40:22Z</dcterms:modified>
</cp:coreProperties>
</file>